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3291840" cy="32918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2062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PROJECT PRESENTATION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Recipe</a:t>
            </a:r>
            <a:pPr indent="0" marL="0">
              <a:buNone/>
            </a:pPr>
            <a:r>
              <a:rPr lang="en-US" sz="5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Finder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 Your Perfect Recipe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food and instantly get ingredients, cooking time and step-by-step instructions.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 • CSS • JavaScript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97880" y="914400"/>
            <a:ext cx="2834640" cy="283464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1097280" cy="1097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760720" y="640080"/>
            <a:ext cx="914400" cy="914400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86868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772400" y="11887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417320"/>
            <a:ext cx="457200" cy="457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943600" y="3017520"/>
            <a:ext cx="914400" cy="914400"/>
          </a:xfrm>
          <a:prstGeom prst="ellipse">
            <a:avLst/>
          </a:prstGeom>
          <a:solidFill>
            <a:srgbClr val="7B2FF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246120"/>
            <a:ext cx="4572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80960" y="3383280"/>
            <a:ext cx="822960" cy="822960"/>
          </a:xfrm>
          <a:prstGeom prst="ellipse">
            <a:avLst/>
          </a:prstGeom>
          <a:solidFill>
            <a:srgbClr val="0E9F8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0" y="35890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3291840" cy="32918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2062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8229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about-card"/>
          <p:cNvSpPr/>
          <p:nvPr/>
        </p:nvSpPr>
        <p:spPr>
          <a:xfrm>
            <a:off x="548640" y="1280160"/>
            <a:ext cx="457200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11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Recipe Finder?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202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beautiful website where users type a food name and instantly see the full recipe.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category, cooking time, difficulty, ingredients and numbered cooking steps in one clean card.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recipes: Pizza, Burger, Biryani, Pasta and Pancakes.</a:t>
            </a:r>
            <a:endParaRPr lang="en-US" sz="1400" dirty="0"/>
          </a:p>
        </p:txBody>
      </p:sp>
      <p:sp>
        <p:nvSpPr>
          <p:cNvPr id="9" name="stat-0"/>
          <p:cNvSpPr/>
          <p:nvPr/>
        </p:nvSpPr>
        <p:spPr>
          <a:xfrm>
            <a:off x="5394960" y="1280160"/>
            <a:ext cx="32004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463040"/>
            <a:ext cx="82296" cy="640080"/>
          </a:xfrm>
          <a:prstGeom prst="rect">
            <a:avLst/>
          </a:prstGeom>
          <a:solidFill>
            <a:srgbClr val="FF7B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23560" y="12801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B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28016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Recipes</a:t>
            </a:r>
            <a:endParaRPr lang="en-US" sz="1400" dirty="0"/>
          </a:p>
        </p:txBody>
      </p:sp>
      <p:sp>
        <p:nvSpPr>
          <p:cNvPr id="13" name="stat-1"/>
          <p:cNvSpPr/>
          <p:nvPr/>
        </p:nvSpPr>
        <p:spPr>
          <a:xfrm>
            <a:off x="5394960" y="2377440"/>
            <a:ext cx="32004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560320"/>
            <a:ext cx="82296" cy="6400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23560" y="2377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1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1-Click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377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Search</a:t>
            </a:r>
            <a:endParaRPr lang="en-US" sz="1400" dirty="0"/>
          </a:p>
        </p:txBody>
      </p:sp>
      <p:sp>
        <p:nvSpPr>
          <p:cNvPr id="17" name="stat-2"/>
          <p:cNvSpPr/>
          <p:nvPr/>
        </p:nvSpPr>
        <p:spPr>
          <a:xfrm>
            <a:off x="5394960" y="3474720"/>
            <a:ext cx="32004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3657600"/>
            <a:ext cx="82296" cy="640080"/>
          </a:xfrm>
          <a:prstGeom prst="rect">
            <a:avLst/>
          </a:prstGeom>
          <a:solidFill>
            <a:srgbClr val="0E9F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23560" y="3474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9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4747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3291840" cy="32918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2062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8229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problem-0"/>
          <p:cNvSpPr/>
          <p:nvPr/>
        </p:nvSpPr>
        <p:spPr>
          <a:xfrm>
            <a:off x="548640" y="1280160"/>
            <a:ext cx="393192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27632"/>
            <a:ext cx="640080" cy="640080"/>
          </a:xfrm>
          <a:prstGeom prst="ellipse">
            <a:avLst/>
          </a:prstGeom>
          <a:solidFill>
            <a:srgbClr val="FF7B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787652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Many Ads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sites are full of pop-ups, ads and long stories before the actual recipe.</a:t>
            </a:r>
            <a:endParaRPr lang="en-US" sz="1150" dirty="0"/>
          </a:p>
        </p:txBody>
      </p:sp>
      <p:sp>
        <p:nvSpPr>
          <p:cNvPr id="11" name="problem-1"/>
          <p:cNvSpPr/>
          <p:nvPr/>
        </p:nvSpPr>
        <p:spPr>
          <a:xfrm>
            <a:off x="4663440" y="1280160"/>
            <a:ext cx="393192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627632"/>
            <a:ext cx="640080" cy="640080"/>
          </a:xfrm>
          <a:prstGeom prst="ellipse">
            <a:avLst/>
          </a:prstGeom>
          <a:solidFill>
            <a:srgbClr val="7B2F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178765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692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Information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and steps are spread across pages, making cooking confusing.</a:t>
            </a:r>
            <a:endParaRPr lang="en-US" sz="1150" dirty="0"/>
          </a:p>
        </p:txBody>
      </p:sp>
      <p:sp>
        <p:nvSpPr>
          <p:cNvPr id="16" name="problem-2"/>
          <p:cNvSpPr/>
          <p:nvPr/>
        </p:nvSpPr>
        <p:spPr>
          <a:xfrm>
            <a:off x="548640" y="2743200"/>
            <a:ext cx="393192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090672"/>
            <a:ext cx="640080" cy="640080"/>
          </a:xfrm>
          <a:prstGeom prst="ellipse">
            <a:avLst/>
          </a:prstGeom>
          <a:solidFill>
            <a:srgbClr val="0E9F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25069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Beginner Friendly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steps and missing time or difficulty details confuse new cooks.</a:t>
            </a:r>
            <a:endParaRPr lang="en-US" sz="1150" dirty="0"/>
          </a:p>
        </p:txBody>
      </p:sp>
      <p:sp>
        <p:nvSpPr>
          <p:cNvPr id="21" name="problem-3"/>
          <p:cNvSpPr/>
          <p:nvPr/>
        </p:nvSpPr>
        <p:spPr>
          <a:xfrm>
            <a:off x="4663440" y="2743200"/>
            <a:ext cx="393192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090672"/>
            <a:ext cx="640080" cy="640080"/>
          </a:xfrm>
          <a:prstGeom prst="ellipse">
            <a:avLst/>
          </a:prstGeom>
          <a:solidFill>
            <a:srgbClr val="2575F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3250692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6928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Wasted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669280" y="3246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many websites to find one simple recipe takes too much time.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4343400"/>
            <a:ext cx="8046720" cy="548640"/>
          </a:xfrm>
          <a:prstGeom prst="roundRect">
            <a:avLst>
              <a:gd name="adj" fmla="val 2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one fast, clean and simple place to find any recipe instantly.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3291840" cy="32918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2062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8229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step-0"/>
          <p:cNvSpPr/>
          <p:nvPr/>
        </p:nvSpPr>
        <p:spPr>
          <a:xfrm>
            <a:off x="548640" y="1280160"/>
            <a:ext cx="2377440" cy="2514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463040"/>
            <a:ext cx="731520" cy="731520"/>
          </a:xfrm>
          <a:prstGeom prst="ellipse">
            <a:avLst/>
          </a:prstGeom>
          <a:solidFill>
            <a:srgbClr val="FF7B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Search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food name like Pizza or Biryani, or tap a quick suggestion chip.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2377440"/>
            <a:ext cx="320040" cy="320040"/>
          </a:xfrm>
          <a:prstGeom prst="rect">
            <a:avLst/>
          </a:prstGeom>
        </p:spPr>
      </p:pic>
      <p:sp>
        <p:nvSpPr>
          <p:cNvPr id="12" name="step-1"/>
          <p:cNvSpPr/>
          <p:nvPr/>
        </p:nvSpPr>
        <p:spPr>
          <a:xfrm>
            <a:off x="3383280" y="1280160"/>
            <a:ext cx="2377440" cy="2514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7B2FF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204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Smart Match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6616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checks the recipe database and matches partial names like 'chicken biryani'.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2377440"/>
            <a:ext cx="320040" cy="320040"/>
          </a:xfrm>
          <a:prstGeom prst="rect">
            <a:avLst/>
          </a:prstGeom>
        </p:spPr>
      </p:pic>
      <p:sp>
        <p:nvSpPr>
          <p:cNvPr id="18" name="step-2"/>
          <p:cNvSpPr/>
          <p:nvPr/>
        </p:nvSpPr>
        <p:spPr>
          <a:xfrm>
            <a:off x="6217920" y="1280160"/>
            <a:ext cx="2377440" cy="2514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40880" y="1463040"/>
            <a:ext cx="731520" cy="731520"/>
          </a:xfrm>
          <a:prstGeom prst="ellipse">
            <a:avLst/>
          </a:prstGeom>
          <a:solidFill>
            <a:srgbClr val="E91E6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6459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5508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Recipe Card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640080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shows ingredients, time, difficulty and step-by-step instructions.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48640" y="4069080"/>
            <a:ext cx="8046720" cy="594360"/>
          </a:xfrm>
          <a:prstGeom prst="roundRect">
            <a:avLst>
              <a:gd name="adj" fmla="val 1846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ads, no confusion, just the recipe you want in one click.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3291840" cy="32918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2062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8229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feature-0"/>
          <p:cNvSpPr/>
          <p:nvPr/>
        </p:nvSpPr>
        <p:spPr>
          <a:xfrm>
            <a:off x="457200" y="1280160"/>
            <a:ext cx="260604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44752"/>
            <a:ext cx="548640" cy="548640"/>
          </a:xfrm>
          <a:prstGeom prst="ellipse">
            <a:avLst/>
          </a:prstGeom>
          <a:solidFill>
            <a:srgbClr val="FF7B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819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Search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recipes even with partial names like 'veg burger'.</a:t>
            </a:r>
            <a:endParaRPr lang="en-US" sz="1050" dirty="0"/>
          </a:p>
        </p:txBody>
      </p:sp>
      <p:sp>
        <p:nvSpPr>
          <p:cNvPr id="11" name="feature-1"/>
          <p:cNvSpPr/>
          <p:nvPr/>
        </p:nvSpPr>
        <p:spPr>
          <a:xfrm>
            <a:off x="3246120" y="1280160"/>
            <a:ext cx="260604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444752"/>
            <a:ext cx="548640" cy="548640"/>
          </a:xfrm>
          <a:prstGeom prst="ellipse">
            <a:avLst/>
          </a:prstGeom>
          <a:solidFill>
            <a:srgbClr val="E91E6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5819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Suggestions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food chips for instant results.</a:t>
            </a:r>
            <a:endParaRPr lang="en-US" sz="1050" dirty="0"/>
          </a:p>
        </p:txBody>
      </p:sp>
      <p:sp>
        <p:nvSpPr>
          <p:cNvPr id="16" name="feature-2"/>
          <p:cNvSpPr/>
          <p:nvPr/>
        </p:nvSpPr>
        <p:spPr>
          <a:xfrm>
            <a:off x="6035040" y="1280160"/>
            <a:ext cx="260604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444752"/>
            <a:ext cx="548640" cy="548640"/>
          </a:xfrm>
          <a:prstGeom prst="ellipse">
            <a:avLst/>
          </a:prstGeom>
          <a:solidFill>
            <a:srgbClr val="0E9F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5819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Ingredients List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359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checklist with exact quantities.</a:t>
            </a:r>
            <a:endParaRPr lang="en-US" sz="1050" dirty="0"/>
          </a:p>
        </p:txBody>
      </p:sp>
      <p:sp>
        <p:nvSpPr>
          <p:cNvPr id="21" name="feature-3"/>
          <p:cNvSpPr/>
          <p:nvPr/>
        </p:nvSpPr>
        <p:spPr>
          <a:xfrm>
            <a:off x="457200" y="2926080"/>
            <a:ext cx="260604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090672"/>
            <a:ext cx="548640" cy="548640"/>
          </a:xfrm>
          <a:prstGeom prst="ellipse">
            <a:avLst/>
          </a:prstGeom>
          <a:solidFill>
            <a:srgbClr val="2575F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278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00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Method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instructions that are easy to follow.</a:t>
            </a:r>
            <a:endParaRPr lang="en-US" sz="1050" dirty="0"/>
          </a:p>
        </p:txBody>
      </p:sp>
      <p:sp>
        <p:nvSpPr>
          <p:cNvPr id="26" name="feature-4"/>
          <p:cNvSpPr/>
          <p:nvPr/>
        </p:nvSpPr>
        <p:spPr>
          <a:xfrm>
            <a:off x="3246120" y="2926080"/>
            <a:ext cx="260604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29000" y="309067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322783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4290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&amp; Difficulty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342900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cooking time and level at a glance.</a:t>
            </a:r>
            <a:endParaRPr lang="en-US" sz="1050" dirty="0"/>
          </a:p>
        </p:txBody>
      </p:sp>
      <p:sp>
        <p:nvSpPr>
          <p:cNvPr id="31" name="feature-5"/>
          <p:cNvSpPr/>
          <p:nvPr/>
        </p:nvSpPr>
        <p:spPr>
          <a:xfrm>
            <a:off x="6035040" y="2926080"/>
            <a:ext cx="2606040" cy="15087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3090672"/>
            <a:ext cx="548640" cy="548640"/>
          </a:xfrm>
          <a:prstGeom prst="ellipse">
            <a:avLst/>
          </a:prstGeom>
          <a:solidFill>
            <a:srgbClr val="7B2FF7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227832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2179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621792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great on mobile, tablet and desktop.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3291840" cy="32918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2062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&amp;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8229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tech-0"/>
          <p:cNvSpPr/>
          <p:nvPr/>
        </p:nvSpPr>
        <p:spPr>
          <a:xfrm>
            <a:off x="548640" y="128016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417320"/>
            <a:ext cx="731520" cy="731520"/>
          </a:xfrm>
          <a:prstGeom prst="ellipse">
            <a:avLst/>
          </a:prstGeom>
          <a:solidFill>
            <a:srgbClr val="E44D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00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hero section, search box, recipe card and footer.</a:t>
            </a:r>
            <a:endParaRPr lang="en-US" sz="1100" dirty="0"/>
          </a:p>
        </p:txBody>
      </p:sp>
      <p:sp>
        <p:nvSpPr>
          <p:cNvPr id="11" name="tech-1"/>
          <p:cNvSpPr/>
          <p:nvPr/>
        </p:nvSpPr>
        <p:spPr>
          <a:xfrm>
            <a:off x="3291840" y="128016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2965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00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328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Gradients, glass-blur navbar, hover effects, animations and responsive grid.</a:t>
            </a:r>
            <a:endParaRPr lang="en-US" sz="1100" dirty="0"/>
          </a:p>
        </p:txBody>
      </p:sp>
      <p:sp>
        <p:nvSpPr>
          <p:cNvPr id="16" name="tech-2"/>
          <p:cNvSpPr/>
          <p:nvPr/>
        </p:nvSpPr>
        <p:spPr>
          <a:xfrm>
            <a:off x="6035040" y="128016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9440" y="1417320"/>
            <a:ext cx="731520" cy="731520"/>
          </a:xfrm>
          <a:prstGeom prst="ellipse">
            <a:avLst/>
          </a:prstGeom>
          <a:solidFill>
            <a:srgbClr val="F0A5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600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2648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database, search matching, dynamic cards and error handling.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84048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FFD16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4864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Navbar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291840" y="384048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FFD16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329184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Animations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035040" y="3840480"/>
            <a:ext cx="2560320" cy="502920"/>
          </a:xfrm>
          <a:prstGeom prst="roundRect">
            <a:avLst>
              <a:gd name="adj" fmla="val 49091"/>
            </a:avLst>
          </a:prstGeom>
          <a:solidFill>
            <a:srgbClr val="FFD166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603504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097280"/>
            <a:ext cx="3291840" cy="32918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2062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82296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" name="future-card"/>
          <p:cNvSpPr/>
          <p:nvPr/>
        </p:nvSpPr>
        <p:spPr>
          <a:xfrm>
            <a:off x="548640" y="1280160"/>
            <a:ext cx="475488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50876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recipes and cuisines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video tutorials for every dish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the ingredients you have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Favorites, ratings and shopping list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and Hindi language support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651760" cy="265176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1005840" cy="10058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Cooking •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 Finder</dc:title>
  <dc:subject>PptxGenJS Presentation</dc:subject>
  <dc:creator>PptxGenJS</dc:creator>
  <cp:lastModifiedBy>PptxGenJS</cp:lastModifiedBy>
  <cp:revision>1</cp:revision>
  <dcterms:created xsi:type="dcterms:W3CDTF">2026-10-05T03:26:22Z</dcterms:created>
  <dcterms:modified xsi:type="dcterms:W3CDTF">2026-10-05T03:26:22Z</dcterms:modified>
</cp:coreProperties>
</file>